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Remplacez une tasse : clic sur l’image &gt; Remplacer. Les textes se modifient directement.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Remplacez une tasse : clic sur l’image &gt; Remplacer. Les textes se modifient directement.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Remplacez une tasse : clic sur l’image &gt; Remplacer. Les textes se modifient directement.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3335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4130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8003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30353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Tasses gaming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6703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Pour les joueurs de la famille</a:t>
            </a:r>
            <a:endParaRPr lang="en-US" sz="2300" dirty="0"/>
          </a:p>
        </p:txBody>
      </p:sp>
      <p:pic>
        <p:nvPicPr>
          <p:cNvPr id="7" name="Tasse Sunset Drive" descr="/home/user/geniy/instagram/canva/images/tasse-gaming-sunset-dri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4318000"/>
            <a:ext cx="1320800" cy="1276350"/>
          </a:xfrm>
          <a:prstGeom prst="rect">
            <a:avLst/>
          </a:prstGeom>
        </p:spPr>
      </p:pic>
      <p:sp>
        <p:nvSpPr>
          <p:cNvPr id="8" name="Légende Sunset Drive"/>
          <p:cNvSpPr txBox="1"/>
          <p:nvPr/>
        </p:nvSpPr>
        <p:spPr>
          <a:xfrm>
            <a:off x="5270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Sunset Drive</a:t>
            </a:r>
            <a:endParaRPr lang="en-US" sz="1300" dirty="0"/>
          </a:p>
        </p:txBody>
      </p:sp>
      <p:pic>
        <p:nvPicPr>
          <p:cNvPr id="9" name="Tasse Top 1" descr="/home/user/geniy/instagram/canva/images/tasse-gaming-top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250" y="4318000"/>
            <a:ext cx="1320800" cy="1276350"/>
          </a:xfrm>
          <a:prstGeom prst="rect">
            <a:avLst/>
          </a:prstGeom>
        </p:spPr>
      </p:pic>
      <p:sp>
        <p:nvSpPr>
          <p:cNvPr id="10" name="Légende Top 1"/>
          <p:cNvSpPr txBox="1"/>
          <p:nvPr/>
        </p:nvSpPr>
        <p:spPr>
          <a:xfrm>
            <a:off x="24701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Top 1</a:t>
            </a:r>
            <a:endParaRPr lang="en-US" sz="1300" dirty="0"/>
          </a:p>
        </p:txBody>
      </p:sp>
      <p:pic>
        <p:nvPicPr>
          <p:cNvPr id="11" name="Tasse Block World" descr="/home/user/geniy/instagram/canva/images/tasse-gaming-block-wor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350" y="4318000"/>
            <a:ext cx="1320800" cy="1276350"/>
          </a:xfrm>
          <a:prstGeom prst="rect">
            <a:avLst/>
          </a:prstGeom>
        </p:spPr>
      </p:pic>
      <p:sp>
        <p:nvSpPr>
          <p:cNvPr id="12" name="Légende Block World"/>
          <p:cNvSpPr txBox="1"/>
          <p:nvPr/>
        </p:nvSpPr>
        <p:spPr>
          <a:xfrm>
            <a:off x="44132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Block World</a:t>
            </a:r>
            <a:endParaRPr lang="en-US" sz="1300" dirty="0"/>
          </a:p>
        </p:txBody>
      </p:sp>
      <p:pic>
        <p:nvPicPr>
          <p:cNvPr id="13" name="Tasse Mon avatar" descr="/home/user/geniy/instagram/canva/images/tasse-gaming-mon-ava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5829300"/>
            <a:ext cx="1320800" cy="1276350"/>
          </a:xfrm>
          <a:prstGeom prst="rect">
            <a:avLst/>
          </a:prstGeom>
        </p:spPr>
      </p:pic>
      <p:sp>
        <p:nvSpPr>
          <p:cNvPr id="14" name="Légende Mon avatar"/>
          <p:cNvSpPr txBox="1"/>
          <p:nvPr/>
        </p:nvSpPr>
        <p:spPr>
          <a:xfrm>
            <a:off x="5270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Mon avatar</a:t>
            </a:r>
            <a:endParaRPr lang="en-US" sz="1300" dirty="0"/>
          </a:p>
        </p:txBody>
      </p:sp>
      <p:pic>
        <p:nvPicPr>
          <p:cNvPr id="15" name="Tasse Gamer mode" descr="/home/user/geniy/instagram/canva/images/tasse-gaming-gamer-mo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2250" y="5829300"/>
            <a:ext cx="1320800" cy="1276350"/>
          </a:xfrm>
          <a:prstGeom prst="rect">
            <a:avLst/>
          </a:prstGeom>
        </p:spPr>
      </p:pic>
      <p:sp>
        <p:nvSpPr>
          <p:cNvPr id="16" name="Légende Gamer mode"/>
          <p:cNvSpPr txBox="1"/>
          <p:nvPr/>
        </p:nvSpPr>
        <p:spPr>
          <a:xfrm>
            <a:off x="24701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Gamer mode</a:t>
            </a:r>
            <a:endParaRPr lang="en-US" sz="1300" dirty="0"/>
          </a:p>
        </p:txBody>
      </p:sp>
      <p:pic>
        <p:nvPicPr>
          <p:cNvPr id="17" name="Tasse Level up" descr="/home/user/geniy/instagram/canva/images/tasse-gaming-level-u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5350" y="5829300"/>
            <a:ext cx="1320800" cy="1276350"/>
          </a:xfrm>
          <a:prstGeom prst="rect">
            <a:avLst/>
          </a:prstGeom>
        </p:spPr>
      </p:pic>
      <p:sp>
        <p:nvSpPr>
          <p:cNvPr id="18" name="Légende Level up"/>
          <p:cNvSpPr txBox="1"/>
          <p:nvPr/>
        </p:nvSpPr>
        <p:spPr>
          <a:xfrm>
            <a:off x="44132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Level up</a:t>
            </a:r>
            <a:endParaRPr lang="en-US" sz="1300" dirty="0"/>
          </a:p>
        </p:txBody>
      </p:sp>
      <p:pic>
        <p:nvPicPr>
          <p:cNvPr id="19" name="Tasse GG" descr="/home/user/geniy/instagram/canva/images/tasse-gaming-g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7340600"/>
            <a:ext cx="1320800" cy="1276350"/>
          </a:xfrm>
          <a:prstGeom prst="rect">
            <a:avLst/>
          </a:prstGeom>
        </p:spPr>
      </p:pic>
      <p:sp>
        <p:nvSpPr>
          <p:cNvPr id="20" name="Légende GG"/>
          <p:cNvSpPr txBox="1"/>
          <p:nvPr/>
        </p:nvSpPr>
        <p:spPr>
          <a:xfrm>
            <a:off x="5270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GG</a:t>
            </a:r>
            <a:endParaRPr lang="en-US" sz="1300" dirty="0"/>
          </a:p>
        </p:txBody>
      </p:sp>
      <p:pic>
        <p:nvPicPr>
          <p:cNvPr id="21" name="Tasse Pause café" descr="/home/user/geniy/instagram/canva/images/tasse-gaming-pause-caf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2250" y="7340600"/>
            <a:ext cx="1320800" cy="1276350"/>
          </a:xfrm>
          <a:prstGeom prst="rect">
            <a:avLst/>
          </a:prstGeom>
        </p:spPr>
      </p:pic>
      <p:sp>
        <p:nvSpPr>
          <p:cNvPr id="22" name="Légende Pause café"/>
          <p:cNvSpPr txBox="1"/>
          <p:nvPr/>
        </p:nvSpPr>
        <p:spPr>
          <a:xfrm>
            <a:off x="24701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Pause café</a:t>
            </a:r>
            <a:endParaRPr lang="en-US" sz="1300" dirty="0"/>
          </a:p>
        </p:txBody>
      </p:sp>
      <p:pic>
        <p:nvPicPr>
          <p:cNvPr id="23" name="Tasse Respawn" descr="/home/user/geniy/instagram/canva/images/tasse-gaming-respaw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05350" y="7340600"/>
            <a:ext cx="1320800" cy="1276350"/>
          </a:xfrm>
          <a:prstGeom prst="rect">
            <a:avLst/>
          </a:prstGeom>
        </p:spPr>
      </p:pic>
      <p:sp>
        <p:nvSpPr>
          <p:cNvPr id="24" name="Légende Respawn"/>
          <p:cNvSpPr txBox="1"/>
          <p:nvPr/>
        </p:nvSpPr>
        <p:spPr>
          <a:xfrm>
            <a:off x="44132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Respawn</a:t>
            </a:r>
            <a:endParaRPr lang="en-US" sz="1300" dirty="0"/>
          </a:p>
        </p:txBody>
      </p:sp>
      <p:sp>
        <p:nvSpPr>
          <p:cNvPr id="25" name="Ligne or bas"/>
          <p:cNvSpPr/>
          <p:nvPr/>
        </p:nvSpPr>
        <p:spPr>
          <a:xfrm>
            <a:off x="2095500" y="95250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26" name="Pied 1"/>
          <p:cNvSpPr txBox="1"/>
          <p:nvPr/>
        </p:nvSpPr>
        <p:spPr>
          <a:xfrm>
            <a:off x="381000" y="9652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PSEUDO OU VOTRE PHOTO  ✦  FAIT MAIN À PARIS</a:t>
            </a:r>
            <a:endParaRPr lang="en-US" sz="1100" dirty="0"/>
          </a:p>
        </p:txBody>
      </p:sp>
      <p:sp>
        <p:nvSpPr>
          <p:cNvPr id="27" name="Pied 2"/>
          <p:cNvSpPr txBox="1"/>
          <p:nvPr/>
        </p:nvSpPr>
        <p:spPr>
          <a:xfrm>
            <a:off x="1524000" y="9918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3335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4130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8003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30353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Tasses pour vos proches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6703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Un mot doux pour chaque jour</a:t>
            </a:r>
            <a:endParaRPr lang="en-US" sz="2300" dirty="0"/>
          </a:p>
        </p:txBody>
      </p:sp>
      <p:pic>
        <p:nvPicPr>
          <p:cNvPr id="7" name="Tasse Meilleure maman" descr="/home/user/geniy/instagram/canva/images/tasse-proches-meilleure-mam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4318000"/>
            <a:ext cx="1320800" cy="1276350"/>
          </a:xfrm>
          <a:prstGeom prst="rect">
            <a:avLst/>
          </a:prstGeom>
        </p:spPr>
      </p:pic>
      <p:sp>
        <p:nvSpPr>
          <p:cNvPr id="8" name="Légende Meilleure maman"/>
          <p:cNvSpPr txBox="1"/>
          <p:nvPr/>
        </p:nvSpPr>
        <p:spPr>
          <a:xfrm>
            <a:off x="5270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Meilleure maman</a:t>
            </a:r>
            <a:endParaRPr lang="en-US" sz="1300" dirty="0"/>
          </a:p>
        </p:txBody>
      </p:sp>
      <p:pic>
        <p:nvPicPr>
          <p:cNvPr id="9" name="Tasse Merci maman" descr="/home/user/geniy/instagram/canva/images/tasse-proches-merci-mam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250" y="4318000"/>
            <a:ext cx="1320800" cy="1276350"/>
          </a:xfrm>
          <a:prstGeom prst="rect">
            <a:avLst/>
          </a:prstGeom>
        </p:spPr>
      </p:pic>
      <p:sp>
        <p:nvSpPr>
          <p:cNvPr id="10" name="Légende Merci maman"/>
          <p:cNvSpPr txBox="1"/>
          <p:nvPr/>
        </p:nvSpPr>
        <p:spPr>
          <a:xfrm>
            <a:off x="24701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Merci maman</a:t>
            </a:r>
            <a:endParaRPr lang="en-US" sz="1300" dirty="0"/>
          </a:p>
        </p:txBody>
      </p:sp>
      <p:pic>
        <p:nvPicPr>
          <p:cNvPr id="11" name="Tasse Super papa" descr="/home/user/geniy/instagram/canva/images/tasse-proches-super-pap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350" y="4318000"/>
            <a:ext cx="1320800" cy="1276350"/>
          </a:xfrm>
          <a:prstGeom prst="rect">
            <a:avLst/>
          </a:prstGeom>
        </p:spPr>
      </p:pic>
      <p:sp>
        <p:nvSpPr>
          <p:cNvPr id="12" name="Légende Super papa"/>
          <p:cNvSpPr txBox="1"/>
          <p:nvPr/>
        </p:nvSpPr>
        <p:spPr>
          <a:xfrm>
            <a:off x="44132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Super papa</a:t>
            </a:r>
            <a:endParaRPr lang="en-US" sz="1300" dirty="0"/>
          </a:p>
        </p:txBody>
      </p:sp>
      <p:pic>
        <p:nvPicPr>
          <p:cNvPr id="13" name="Tasse Papa, mon héros" descr="/home/user/geniy/instagram/canva/images/tasse-proches-papa-mon-he-ro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5829300"/>
            <a:ext cx="1320800" cy="1276350"/>
          </a:xfrm>
          <a:prstGeom prst="rect">
            <a:avLst/>
          </a:prstGeom>
        </p:spPr>
      </p:pic>
      <p:sp>
        <p:nvSpPr>
          <p:cNvPr id="14" name="Légende Papa, mon héros"/>
          <p:cNvSpPr txBox="1"/>
          <p:nvPr/>
        </p:nvSpPr>
        <p:spPr>
          <a:xfrm>
            <a:off x="5270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Papa, mon héros</a:t>
            </a:r>
            <a:endParaRPr lang="en-US" sz="1300" dirty="0"/>
          </a:p>
        </p:txBody>
      </p:sp>
      <p:pic>
        <p:nvPicPr>
          <p:cNvPr id="15" name="Tasse Mamie d’amour" descr="/home/user/geniy/instagram/canva/images/tasse-proches-mamie-d-amou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2250" y="5829300"/>
            <a:ext cx="1320800" cy="1276350"/>
          </a:xfrm>
          <a:prstGeom prst="rect">
            <a:avLst/>
          </a:prstGeom>
        </p:spPr>
      </p:pic>
      <p:sp>
        <p:nvSpPr>
          <p:cNvPr id="16" name="Légende Mamie d’amour"/>
          <p:cNvSpPr txBox="1"/>
          <p:nvPr/>
        </p:nvSpPr>
        <p:spPr>
          <a:xfrm>
            <a:off x="24701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Mamie d’amour</a:t>
            </a:r>
            <a:endParaRPr lang="en-US" sz="1300" dirty="0"/>
          </a:p>
        </p:txBody>
      </p:sp>
      <p:pic>
        <p:nvPicPr>
          <p:cNvPr id="17" name="Tasse Papi en or" descr="/home/user/geniy/instagram/canva/images/tasse-proches-papi-en-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5350" y="5829300"/>
            <a:ext cx="1320800" cy="1276350"/>
          </a:xfrm>
          <a:prstGeom prst="rect">
            <a:avLst/>
          </a:prstGeom>
        </p:spPr>
      </p:pic>
      <p:sp>
        <p:nvSpPr>
          <p:cNvPr id="18" name="Légende Papi en or"/>
          <p:cNvSpPr txBox="1"/>
          <p:nvPr/>
        </p:nvSpPr>
        <p:spPr>
          <a:xfrm>
            <a:off x="44132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Papi en or</a:t>
            </a:r>
            <a:endParaRPr lang="en-US" sz="1300" dirty="0"/>
          </a:p>
        </p:txBody>
      </p:sp>
      <p:pic>
        <p:nvPicPr>
          <p:cNvPr id="19" name="Tasse Ma sœur" descr="/home/user/geniy/instagram/canva/images/tasse-proches-ma-s-u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7340600"/>
            <a:ext cx="1320800" cy="1276350"/>
          </a:xfrm>
          <a:prstGeom prst="rect">
            <a:avLst/>
          </a:prstGeom>
        </p:spPr>
      </p:pic>
      <p:sp>
        <p:nvSpPr>
          <p:cNvPr id="20" name="Légende Ma sœur"/>
          <p:cNvSpPr txBox="1"/>
          <p:nvPr/>
        </p:nvSpPr>
        <p:spPr>
          <a:xfrm>
            <a:off x="5270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 sœur</a:t>
            </a:r>
            <a:endParaRPr lang="en-US" sz="1300" dirty="0"/>
          </a:p>
        </p:txBody>
      </p:sp>
      <p:pic>
        <p:nvPicPr>
          <p:cNvPr id="21" name="Tasse Toi &amp; moi" descr="/home/user/geniy/instagram/canva/images/tasse-proches-toi-mo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2250" y="7340600"/>
            <a:ext cx="1320800" cy="1276350"/>
          </a:xfrm>
          <a:prstGeom prst="rect">
            <a:avLst/>
          </a:prstGeom>
        </p:spPr>
      </p:pic>
      <p:sp>
        <p:nvSpPr>
          <p:cNvPr id="22" name="Légende Toi &amp;amp; moi"/>
          <p:cNvSpPr txBox="1"/>
          <p:nvPr/>
        </p:nvSpPr>
        <p:spPr>
          <a:xfrm>
            <a:off x="24701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Toi &amp; moi</a:t>
            </a:r>
            <a:endParaRPr lang="en-US" sz="1300" dirty="0"/>
          </a:p>
        </p:txBody>
      </p:sp>
      <p:pic>
        <p:nvPicPr>
          <p:cNvPr id="23" name="Tasse Votre photo" descr="/home/user/geniy/instagram/canva/images/tasse-proches-votre-phot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05350" y="7340600"/>
            <a:ext cx="1320800" cy="1276350"/>
          </a:xfrm>
          <a:prstGeom prst="rect">
            <a:avLst/>
          </a:prstGeom>
        </p:spPr>
      </p:pic>
      <p:sp>
        <p:nvSpPr>
          <p:cNvPr id="24" name="Légende Votre photo"/>
          <p:cNvSpPr txBox="1"/>
          <p:nvPr/>
        </p:nvSpPr>
        <p:spPr>
          <a:xfrm>
            <a:off x="44132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Votre photo</a:t>
            </a:r>
            <a:endParaRPr lang="en-US" sz="1300" dirty="0"/>
          </a:p>
        </p:txBody>
      </p:sp>
      <p:sp>
        <p:nvSpPr>
          <p:cNvPr id="25" name="Ligne or bas"/>
          <p:cNvSpPr/>
          <p:nvPr/>
        </p:nvSpPr>
        <p:spPr>
          <a:xfrm>
            <a:off x="2095500" y="95250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26" name="Pied 1"/>
          <p:cNvSpPr txBox="1"/>
          <p:nvPr/>
        </p:nvSpPr>
        <p:spPr>
          <a:xfrm>
            <a:off x="381000" y="9652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TEXTE OU VOTRE PHOTO  ✦  FAIT MAIN À PARIS</a:t>
            </a:r>
            <a:endParaRPr lang="en-US" sz="1100" dirty="0"/>
          </a:p>
        </p:txBody>
      </p:sp>
      <p:sp>
        <p:nvSpPr>
          <p:cNvPr id="27" name="Pied 2"/>
          <p:cNvSpPr txBox="1"/>
          <p:nvPr/>
        </p:nvSpPr>
        <p:spPr>
          <a:xfrm>
            <a:off x="1524000" y="9918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3335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4130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8003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30353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Tasses avec humour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6703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café, mais avec le sourire</a:t>
            </a:r>
            <a:endParaRPr lang="en-US" sz="2300" dirty="0"/>
          </a:p>
        </p:txBody>
      </p:sp>
      <p:pic>
        <p:nvPicPr>
          <p:cNvPr id="7" name="Tasse Pas de café…" descr="/home/user/geniy/instagram/canva/images/tasse-humour-pas-de-caf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4318000"/>
            <a:ext cx="1320800" cy="1276350"/>
          </a:xfrm>
          <a:prstGeom prst="rect">
            <a:avLst/>
          </a:prstGeom>
        </p:spPr>
      </p:pic>
      <p:sp>
        <p:nvSpPr>
          <p:cNvPr id="8" name="Légende Pas de café…"/>
          <p:cNvSpPr txBox="1"/>
          <p:nvPr/>
        </p:nvSpPr>
        <p:spPr>
          <a:xfrm>
            <a:off x="5270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Pas de café…</a:t>
            </a:r>
            <a:endParaRPr lang="en-US" sz="1300" dirty="0"/>
          </a:p>
        </p:txBody>
      </p:sp>
      <p:pic>
        <p:nvPicPr>
          <p:cNvPr id="9" name="Tasse Mode avion" descr="/home/user/geniy/instagram/canva/images/tasse-humour-mode-av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250" y="4318000"/>
            <a:ext cx="1320800" cy="1276350"/>
          </a:xfrm>
          <a:prstGeom prst="rect">
            <a:avLst/>
          </a:prstGeom>
        </p:spPr>
      </p:pic>
      <p:sp>
        <p:nvSpPr>
          <p:cNvPr id="10" name="Légende Mode avion"/>
          <p:cNvSpPr txBox="1"/>
          <p:nvPr/>
        </p:nvSpPr>
        <p:spPr>
          <a:xfrm>
            <a:off x="24701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Mode avion</a:t>
            </a:r>
            <a:endParaRPr lang="en-US" sz="1300" dirty="0"/>
          </a:p>
        </p:txBody>
      </p:sp>
      <p:pic>
        <p:nvPicPr>
          <p:cNvPr id="11" name="Tasse Lundi ?" descr="/home/user/geniy/instagram/canva/images/tasse-humour-lund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350" y="4318000"/>
            <a:ext cx="1320800" cy="1276350"/>
          </a:xfrm>
          <a:prstGeom prst="rect">
            <a:avLst/>
          </a:prstGeom>
        </p:spPr>
      </p:pic>
      <p:sp>
        <p:nvSpPr>
          <p:cNvPr id="12" name="Légende Lundi ?"/>
          <p:cNvSpPr txBox="1"/>
          <p:nvPr/>
        </p:nvSpPr>
        <p:spPr>
          <a:xfrm>
            <a:off x="4413250" y="5524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Lundi ?</a:t>
            </a:r>
            <a:endParaRPr lang="en-US" sz="1300" dirty="0"/>
          </a:p>
        </p:txBody>
      </p:sp>
      <p:pic>
        <p:nvPicPr>
          <p:cNvPr id="13" name="Tasse J’peux pas" descr="/home/user/geniy/instagram/canva/images/tasse-humour-j-peux-p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5829300"/>
            <a:ext cx="1320800" cy="1276350"/>
          </a:xfrm>
          <a:prstGeom prst="rect">
            <a:avLst/>
          </a:prstGeom>
        </p:spPr>
      </p:pic>
      <p:sp>
        <p:nvSpPr>
          <p:cNvPr id="14" name="Légende J’peux pas"/>
          <p:cNvSpPr txBox="1"/>
          <p:nvPr/>
        </p:nvSpPr>
        <p:spPr>
          <a:xfrm>
            <a:off x="5270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J’peux pas</a:t>
            </a:r>
            <a:endParaRPr lang="en-US" sz="1300" dirty="0"/>
          </a:p>
        </p:txBody>
      </p:sp>
      <p:pic>
        <p:nvPicPr>
          <p:cNvPr id="15" name="Tasse Boss" descr="/home/user/geniy/instagram/canva/images/tasse-humour-bos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2250" y="5829300"/>
            <a:ext cx="1320800" cy="1276350"/>
          </a:xfrm>
          <a:prstGeom prst="rect">
            <a:avLst/>
          </a:prstGeom>
        </p:spPr>
      </p:pic>
      <p:sp>
        <p:nvSpPr>
          <p:cNvPr id="16" name="Légende Boss"/>
          <p:cNvSpPr txBox="1"/>
          <p:nvPr/>
        </p:nvSpPr>
        <p:spPr>
          <a:xfrm>
            <a:off x="24701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Boss</a:t>
            </a:r>
            <a:endParaRPr lang="en-US" sz="1300" dirty="0"/>
          </a:p>
        </p:txBody>
      </p:sp>
      <p:pic>
        <p:nvPicPr>
          <p:cNvPr id="17" name="Tasse Parisien" descr="/home/user/geniy/instagram/canva/images/tasse-humour-parisi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5350" y="5829300"/>
            <a:ext cx="1320800" cy="1276350"/>
          </a:xfrm>
          <a:prstGeom prst="rect">
            <a:avLst/>
          </a:prstGeom>
        </p:spPr>
      </p:pic>
      <p:sp>
        <p:nvSpPr>
          <p:cNvPr id="18" name="Légende Parisien"/>
          <p:cNvSpPr txBox="1"/>
          <p:nvPr/>
        </p:nvSpPr>
        <p:spPr>
          <a:xfrm>
            <a:off x="4413250" y="7035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Parisien</a:t>
            </a:r>
            <a:endParaRPr lang="en-US" sz="1300" dirty="0"/>
          </a:p>
        </p:txBody>
      </p:sp>
      <p:pic>
        <p:nvPicPr>
          <p:cNvPr id="19" name="Tasse Ne pas déranger" descr="/home/user/geniy/instagram/canva/images/tasse-humour-ne-pas-de-rang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" y="7340600"/>
            <a:ext cx="1320800" cy="1276350"/>
          </a:xfrm>
          <a:prstGeom prst="rect">
            <a:avLst/>
          </a:prstGeom>
        </p:spPr>
      </p:pic>
      <p:sp>
        <p:nvSpPr>
          <p:cNvPr id="20" name="Légende Ne pas déranger"/>
          <p:cNvSpPr txBox="1"/>
          <p:nvPr/>
        </p:nvSpPr>
        <p:spPr>
          <a:xfrm>
            <a:off x="5270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 pas déranger</a:t>
            </a:r>
            <a:endParaRPr lang="en-US" sz="1300" dirty="0"/>
          </a:p>
        </p:txBody>
      </p:sp>
      <p:pic>
        <p:nvPicPr>
          <p:cNvPr id="21" name="Tasse Café d’abord" descr="/home/user/geniy/instagram/canva/images/tasse-humour-cafe-d-abor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2250" y="7340600"/>
            <a:ext cx="1320800" cy="1276350"/>
          </a:xfrm>
          <a:prstGeom prst="rect">
            <a:avLst/>
          </a:prstGeom>
        </p:spPr>
      </p:pic>
      <p:sp>
        <p:nvSpPr>
          <p:cNvPr id="22" name="Légende Café d’abord"/>
          <p:cNvSpPr txBox="1"/>
          <p:nvPr/>
        </p:nvSpPr>
        <p:spPr>
          <a:xfrm>
            <a:off x="24701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Café d’abord</a:t>
            </a:r>
            <a:endParaRPr lang="en-US" sz="1300" dirty="0"/>
          </a:p>
        </p:txBody>
      </p:sp>
      <p:pic>
        <p:nvPicPr>
          <p:cNvPr id="23" name="Tasse Fragile" descr="/home/user/geniy/instagram/canva/images/tasse-humour-frag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05350" y="7340600"/>
            <a:ext cx="1320800" cy="1276350"/>
          </a:xfrm>
          <a:prstGeom prst="rect">
            <a:avLst/>
          </a:prstGeom>
        </p:spPr>
      </p:pic>
      <p:sp>
        <p:nvSpPr>
          <p:cNvPr id="24" name="Légende Fragile"/>
          <p:cNvSpPr txBox="1"/>
          <p:nvPr/>
        </p:nvSpPr>
        <p:spPr>
          <a:xfrm>
            <a:off x="4413250" y="8547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Fragile</a:t>
            </a:r>
            <a:endParaRPr lang="en-US" sz="1300" dirty="0"/>
          </a:p>
        </p:txBody>
      </p:sp>
      <p:sp>
        <p:nvSpPr>
          <p:cNvPr id="25" name="Ligne or bas"/>
          <p:cNvSpPr/>
          <p:nvPr/>
        </p:nvSpPr>
        <p:spPr>
          <a:xfrm>
            <a:off x="2095500" y="95250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26" name="Pied 1"/>
          <p:cNvSpPr txBox="1"/>
          <p:nvPr/>
        </p:nvSpPr>
        <p:spPr>
          <a:xfrm>
            <a:off x="381000" y="9652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PHRASE OU VOTRE PHOTO  ✦  FAIT MAIN À PARIS</a:t>
            </a:r>
            <a:endParaRPr lang="en-US" sz="1100" dirty="0"/>
          </a:p>
        </p:txBody>
      </p:sp>
      <p:sp>
        <p:nvSpPr>
          <p:cNvPr id="27" name="Pied 2"/>
          <p:cNvSpPr txBox="1"/>
          <p:nvPr/>
        </p:nvSpPr>
        <p:spPr>
          <a:xfrm>
            <a:off x="1524000" y="9918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3335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4130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8003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30353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 Sunset Drive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6703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L’esprit road trip au coucher du soleil</a:t>
            </a:r>
            <a:endParaRPr lang="en-US" sz="2300" dirty="0"/>
          </a:p>
        </p:txBody>
      </p:sp>
      <p:pic>
        <p:nvPicPr>
          <p:cNvPr id="7" name="Bandeau (motif à plat)" descr="/home/user/geniy/instagram/canva/images/sunset-drive-bandea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381500"/>
            <a:ext cx="5588000" cy="1905000"/>
          </a:xfrm>
          <a:prstGeom prst="rect">
            <a:avLst/>
          </a:prstGeom>
        </p:spPr>
      </p:pic>
      <p:pic>
        <p:nvPicPr>
          <p:cNvPr id="8" name="Tasse Sunset Drive" descr="/home/user/geniy/instagram/canva/images/tasse-sunset-drive-gran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0" y="6413500"/>
            <a:ext cx="3302000" cy="3016250"/>
          </a:xfrm>
          <a:prstGeom prst="rect">
            <a:avLst/>
          </a:prstGeom>
        </p:spPr>
      </p:pic>
      <p:sp>
        <p:nvSpPr>
          <p:cNvPr id="9" name="Ligne or bas"/>
          <p:cNvSpPr/>
          <p:nvPr/>
        </p:nvSpPr>
        <p:spPr>
          <a:xfrm>
            <a:off x="2095500" y="95250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10" name="Pied 1"/>
          <p:cNvSpPr txBox="1"/>
          <p:nvPr/>
        </p:nvSpPr>
        <p:spPr>
          <a:xfrm>
            <a:off x="381000" y="9652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PSEUDO OU VOTRE PHOTO  ✦  FAIT MAIN À PARIS</a:t>
            </a:r>
            <a:endParaRPr lang="en-US" sz="1100" dirty="0"/>
          </a:p>
        </p:txBody>
      </p:sp>
      <p:sp>
        <p:nvSpPr>
          <p:cNvPr id="11" name="Pied 2"/>
          <p:cNvSpPr txBox="1"/>
          <p:nvPr/>
        </p:nvSpPr>
        <p:spPr>
          <a:xfrm>
            <a:off x="1524000" y="9918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Maison Volodymyr – tasses</dc:title>
  <dc:subject>PptxGenJS Presentation</dc:subject>
  <dc:creator>PptxGenJS</dc:creator>
  <cp:lastModifiedBy>PptxGenJS</cp:lastModifiedBy>
  <cp:revision>1</cp:revision>
  <dcterms:created xsi:type="dcterms:W3CDTF">2026-10-15T00:40:57Z</dcterms:created>
  <dcterms:modified xsi:type="dcterms:W3CDTF">2026-10-15T00:40:57Z</dcterms:modified>
</cp:coreProperties>
</file>