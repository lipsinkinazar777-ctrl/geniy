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12191695"/>
  <p:notesSz cx="12191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eniy/instagram/canva/images/fo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pic>
        <p:nvPicPr>
          <p:cNvPr id="3" name="Image 1" descr="/home/user/geniy/instagram/canva/images/monogram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0" y="1104900"/>
            <a:ext cx="1016000" cy="1016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89000" y="2184400"/>
            <a:ext cx="508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rgbClr val="ECDCC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MAISON VOLODYMYR</a:t>
            </a:r>
            <a:endParaRPr lang="en-US" sz="1800" dirty="0"/>
          </a:p>
        </p:txBody>
      </p:sp>
      <p:sp>
        <p:nvSpPr>
          <p:cNvPr id="5" name="Shape 1"/>
          <p:cNvSpPr/>
          <p:nvPr/>
        </p:nvSpPr>
        <p:spPr>
          <a:xfrm>
            <a:off x="1905000" y="2571750"/>
            <a:ext cx="3048000" cy="10973"/>
          </a:xfrm>
          <a:prstGeom prst="rect">
            <a:avLst/>
          </a:prstGeom>
          <a:solidFill>
            <a:srgbClr val="E2BB6C"/>
          </a:solidFill>
          <a:ln w="12700">
            <a:solidFill>
              <a:srgbClr val="E2BB6C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254000" y="28067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4E6D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Tasses gaming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34417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E9C47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Pour les joueurs de la famille</a:t>
            </a:r>
            <a:endParaRPr lang="en-US" sz="2300" dirty="0"/>
          </a:p>
        </p:txBody>
      </p:sp>
      <p:pic>
        <p:nvPicPr>
          <p:cNvPr id="8" name="Image 2" descr="/home/user/geniy/instagram/canva/images/tasse-gaming-sunset-dri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50" y="3975100"/>
            <a:ext cx="1473200" cy="14224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36550" y="52959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Sunset Drive</a:t>
            </a:r>
            <a:endParaRPr lang="en-US" sz="1600" dirty="0"/>
          </a:p>
        </p:txBody>
      </p:sp>
      <p:pic>
        <p:nvPicPr>
          <p:cNvPr id="10" name="Image 3" descr="/home/user/geniy/instagram/canva/images/tasse-gaming-top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2400" y="3975100"/>
            <a:ext cx="1473200" cy="14224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2413000" y="52959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Top 1</a:t>
            </a:r>
            <a:endParaRPr lang="en-US" sz="1600" dirty="0"/>
          </a:p>
        </p:txBody>
      </p:sp>
      <p:pic>
        <p:nvPicPr>
          <p:cNvPr id="12" name="Image 4" descr="/home/user/geniy/instagram/canva/images/tasse-gaming-block-wor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8850" y="3975100"/>
            <a:ext cx="1473200" cy="14224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4489450" y="52959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Block World</a:t>
            </a:r>
            <a:endParaRPr lang="en-US" sz="1600" dirty="0"/>
          </a:p>
        </p:txBody>
      </p:sp>
      <p:pic>
        <p:nvPicPr>
          <p:cNvPr id="14" name="Image 5" descr="/home/user/geniy/instagram/canva/images/tasse-gaming-mon-ava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950" y="5562600"/>
            <a:ext cx="1473200" cy="142240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336550" y="68834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Mon avatar</a:t>
            </a:r>
            <a:endParaRPr lang="en-US" sz="1600" dirty="0"/>
          </a:p>
        </p:txBody>
      </p:sp>
      <p:pic>
        <p:nvPicPr>
          <p:cNvPr id="16" name="Image 6" descr="/home/user/geniy/instagram/canva/images/tasse-gaming-gamer-mod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2400" y="5562600"/>
            <a:ext cx="1473200" cy="142240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2413000" y="68834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Gamer mode</a:t>
            </a:r>
            <a:endParaRPr lang="en-US" sz="1600" dirty="0"/>
          </a:p>
        </p:txBody>
      </p:sp>
      <p:pic>
        <p:nvPicPr>
          <p:cNvPr id="18" name="Image 7" descr="/home/user/geniy/instagram/canva/images/tasse-gaming-level-u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8850" y="5562600"/>
            <a:ext cx="1473200" cy="142240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4489450" y="68834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Level up</a:t>
            </a:r>
            <a:endParaRPr lang="en-US" sz="1600" dirty="0"/>
          </a:p>
        </p:txBody>
      </p:sp>
      <p:pic>
        <p:nvPicPr>
          <p:cNvPr id="20" name="Image 8" descr="/home/user/geniy/instagram/canva/images/tasse-gaming-g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950" y="7150100"/>
            <a:ext cx="1473200" cy="1422400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336550" y="84709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GG</a:t>
            </a:r>
            <a:endParaRPr lang="en-US" sz="1600" dirty="0"/>
          </a:p>
        </p:txBody>
      </p:sp>
      <p:pic>
        <p:nvPicPr>
          <p:cNvPr id="22" name="Image 9" descr="/home/user/geniy/instagram/canva/images/tasse-gaming-pause-caf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2400" y="7150100"/>
            <a:ext cx="1473200" cy="1422400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2413000" y="84709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Pause café</a:t>
            </a:r>
            <a:endParaRPr lang="en-US" sz="1600" dirty="0"/>
          </a:p>
        </p:txBody>
      </p:sp>
      <p:pic>
        <p:nvPicPr>
          <p:cNvPr id="24" name="Image 10" descr="/home/user/geniy/instagram/canva/images/tasse-gaming-respaw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8850" y="7150100"/>
            <a:ext cx="1473200" cy="1422400"/>
          </a:xfrm>
          <a:prstGeom prst="rect">
            <a:avLst/>
          </a:prstGeom>
        </p:spPr>
      </p:pic>
      <p:sp>
        <p:nvSpPr>
          <p:cNvPr id="25" name="Text 12"/>
          <p:cNvSpPr txBox="1"/>
          <p:nvPr/>
        </p:nvSpPr>
        <p:spPr>
          <a:xfrm>
            <a:off x="4489450" y="84709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Respawn</a:t>
            </a:r>
            <a:endParaRPr lang="en-US" sz="1600" dirty="0"/>
          </a:p>
        </p:txBody>
      </p:sp>
      <p:sp>
        <p:nvSpPr>
          <p:cNvPr id="26" name="Shape 13"/>
          <p:cNvSpPr/>
          <p:nvPr/>
        </p:nvSpPr>
        <p:spPr>
          <a:xfrm>
            <a:off x="2095500" y="9385300"/>
            <a:ext cx="2667000" cy="10973"/>
          </a:xfrm>
          <a:prstGeom prst="rect">
            <a:avLst/>
          </a:prstGeom>
          <a:solidFill>
            <a:srgbClr val="E2BB6C"/>
          </a:solidFill>
          <a:ln w="12700">
            <a:solidFill>
              <a:srgbClr val="E2BB6C"/>
            </a:solidFill>
            <a:prstDash val="solid"/>
          </a:ln>
        </p:spPr>
      </p:sp>
      <p:sp>
        <p:nvSpPr>
          <p:cNvPr id="27" name="Text 14"/>
          <p:cNvSpPr txBox="1"/>
          <p:nvPr/>
        </p:nvSpPr>
        <p:spPr>
          <a:xfrm>
            <a:off x="381000" y="9525000"/>
            <a:ext cx="609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9C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VOTRE PSEUDO ? ON LE MET SUR LA TASSE</a:t>
            </a:r>
            <a:endParaRPr lang="en-US" sz="1100" dirty="0"/>
          </a:p>
        </p:txBody>
      </p:sp>
      <p:sp>
        <p:nvSpPr>
          <p:cNvPr id="28" name="Text 15"/>
          <p:cNvSpPr txBox="1"/>
          <p:nvPr/>
        </p:nvSpPr>
        <p:spPr>
          <a:xfrm>
            <a:off x="1524000" y="97917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4E6D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@maison.volodymyr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eniy/instagram/canva/images/fo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pic>
        <p:nvPicPr>
          <p:cNvPr id="3" name="Image 1" descr="/home/user/geniy/instagram/canva/images/monogram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0" y="1104900"/>
            <a:ext cx="1016000" cy="1016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89000" y="2184400"/>
            <a:ext cx="508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rgbClr val="ECDCC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MAISON VOLODYMYR</a:t>
            </a:r>
            <a:endParaRPr lang="en-US" sz="1800" dirty="0"/>
          </a:p>
        </p:txBody>
      </p:sp>
      <p:sp>
        <p:nvSpPr>
          <p:cNvPr id="5" name="Shape 1"/>
          <p:cNvSpPr/>
          <p:nvPr/>
        </p:nvSpPr>
        <p:spPr>
          <a:xfrm>
            <a:off x="1905000" y="2571750"/>
            <a:ext cx="3048000" cy="10973"/>
          </a:xfrm>
          <a:prstGeom prst="rect">
            <a:avLst/>
          </a:prstGeom>
          <a:solidFill>
            <a:srgbClr val="E2BB6C"/>
          </a:solidFill>
          <a:ln w="12700">
            <a:solidFill>
              <a:srgbClr val="E2BB6C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254000" y="28067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4E6D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Tasses pour vos proches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34417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E9C47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Un mot doux pour chaque jour</a:t>
            </a:r>
            <a:endParaRPr lang="en-US" sz="2300" dirty="0"/>
          </a:p>
        </p:txBody>
      </p:sp>
      <p:pic>
        <p:nvPicPr>
          <p:cNvPr id="8" name="Image 2" descr="/home/user/geniy/instagram/canva/images/tasse-proches-meilleure-mam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50" y="3975100"/>
            <a:ext cx="1473200" cy="14224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36550" y="52959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Meilleure maman</a:t>
            </a:r>
            <a:endParaRPr lang="en-US" sz="1600" dirty="0"/>
          </a:p>
        </p:txBody>
      </p:sp>
      <p:pic>
        <p:nvPicPr>
          <p:cNvPr id="10" name="Image 3" descr="/home/user/geniy/instagram/canva/images/tasse-proches-merci-mam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2400" y="3975100"/>
            <a:ext cx="1473200" cy="14224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2413000" y="52959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Merci maman</a:t>
            </a:r>
            <a:endParaRPr lang="en-US" sz="1600" dirty="0"/>
          </a:p>
        </p:txBody>
      </p:sp>
      <p:pic>
        <p:nvPicPr>
          <p:cNvPr id="12" name="Image 4" descr="/home/user/geniy/instagram/canva/images/tasse-proches-super-pap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8850" y="3975100"/>
            <a:ext cx="1473200" cy="14224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4489450" y="52959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Super papa</a:t>
            </a:r>
            <a:endParaRPr lang="en-US" sz="1600" dirty="0"/>
          </a:p>
        </p:txBody>
      </p:sp>
      <p:pic>
        <p:nvPicPr>
          <p:cNvPr id="14" name="Image 5" descr="/home/user/geniy/instagram/canva/images/tasse-proches-papa-mon-he-ro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950" y="5562600"/>
            <a:ext cx="1473200" cy="142240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336550" y="68834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Papa, mon héros</a:t>
            </a:r>
            <a:endParaRPr lang="en-US" sz="1600" dirty="0"/>
          </a:p>
        </p:txBody>
      </p:sp>
      <p:pic>
        <p:nvPicPr>
          <p:cNvPr id="16" name="Image 6" descr="/home/user/geniy/instagram/canva/images/tasse-proches-mamie-d-amou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2400" y="5562600"/>
            <a:ext cx="1473200" cy="142240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2413000" y="68834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Mamie d’amour</a:t>
            </a:r>
            <a:endParaRPr lang="en-US" sz="1600" dirty="0"/>
          </a:p>
        </p:txBody>
      </p:sp>
      <p:pic>
        <p:nvPicPr>
          <p:cNvPr id="18" name="Image 7" descr="/home/user/geniy/instagram/canva/images/tasse-proches-papi-en-o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8850" y="5562600"/>
            <a:ext cx="1473200" cy="142240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4489450" y="68834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Papi en or</a:t>
            </a:r>
            <a:endParaRPr lang="en-US" sz="1600" dirty="0"/>
          </a:p>
        </p:txBody>
      </p:sp>
      <p:pic>
        <p:nvPicPr>
          <p:cNvPr id="20" name="Image 8" descr="/home/user/geniy/instagram/canva/images/tasse-proches-ma-s-u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950" y="7150100"/>
            <a:ext cx="1473200" cy="1422400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336550" y="84709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 sœur</a:t>
            </a:r>
            <a:endParaRPr lang="en-US" sz="1600" dirty="0"/>
          </a:p>
        </p:txBody>
      </p:sp>
      <p:pic>
        <p:nvPicPr>
          <p:cNvPr id="22" name="Image 9" descr="/home/user/geniy/instagram/canva/images/tasse-proches-toi-moi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2400" y="7150100"/>
            <a:ext cx="1473200" cy="1422400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2413000" y="84709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Toi &amp; moi</a:t>
            </a:r>
            <a:endParaRPr lang="en-US" sz="1600" dirty="0"/>
          </a:p>
        </p:txBody>
      </p:sp>
      <p:pic>
        <p:nvPicPr>
          <p:cNvPr id="24" name="Image 10" descr="/home/user/geniy/instagram/canva/images/tasse-proches-votre-photo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8850" y="7150100"/>
            <a:ext cx="1473200" cy="1422400"/>
          </a:xfrm>
          <a:prstGeom prst="rect">
            <a:avLst/>
          </a:prstGeom>
        </p:spPr>
      </p:pic>
      <p:sp>
        <p:nvSpPr>
          <p:cNvPr id="25" name="Text 12"/>
          <p:cNvSpPr txBox="1"/>
          <p:nvPr/>
        </p:nvSpPr>
        <p:spPr>
          <a:xfrm>
            <a:off x="4489450" y="84709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Votre photo</a:t>
            </a:r>
            <a:endParaRPr lang="en-US" sz="1600" dirty="0"/>
          </a:p>
        </p:txBody>
      </p:sp>
      <p:sp>
        <p:nvSpPr>
          <p:cNvPr id="26" name="Shape 13"/>
          <p:cNvSpPr/>
          <p:nvPr/>
        </p:nvSpPr>
        <p:spPr>
          <a:xfrm>
            <a:off x="2095500" y="9385300"/>
            <a:ext cx="2667000" cy="10973"/>
          </a:xfrm>
          <a:prstGeom prst="rect">
            <a:avLst/>
          </a:prstGeom>
          <a:solidFill>
            <a:srgbClr val="E2BB6C"/>
          </a:solidFill>
          <a:ln w="12700">
            <a:solidFill>
              <a:srgbClr val="E2BB6C"/>
            </a:solidFill>
            <a:prstDash val="solid"/>
          </a:ln>
        </p:spPr>
      </p:sp>
      <p:sp>
        <p:nvSpPr>
          <p:cNvPr id="27" name="Text 14"/>
          <p:cNvSpPr txBox="1"/>
          <p:nvPr/>
        </p:nvSpPr>
        <p:spPr>
          <a:xfrm>
            <a:off x="381000" y="9525000"/>
            <a:ext cx="609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9C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VOTRE IDÉE ? ON LA CRÉE POUR VOUS</a:t>
            </a:r>
            <a:endParaRPr lang="en-US" sz="1100" dirty="0"/>
          </a:p>
        </p:txBody>
      </p:sp>
      <p:sp>
        <p:nvSpPr>
          <p:cNvPr id="28" name="Text 15"/>
          <p:cNvSpPr txBox="1"/>
          <p:nvPr/>
        </p:nvSpPr>
        <p:spPr>
          <a:xfrm>
            <a:off x="1524000" y="97917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4E6D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@maison.volodymyr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eniy/instagram/canva/images/fo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pic>
        <p:nvPicPr>
          <p:cNvPr id="3" name="Image 1" descr="/home/user/geniy/instagram/canva/images/monogram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0" y="1104900"/>
            <a:ext cx="1016000" cy="1016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89000" y="2184400"/>
            <a:ext cx="508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rgbClr val="ECDCC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MAISON VOLODYMYR</a:t>
            </a:r>
            <a:endParaRPr lang="en-US" sz="1800" dirty="0"/>
          </a:p>
        </p:txBody>
      </p:sp>
      <p:sp>
        <p:nvSpPr>
          <p:cNvPr id="5" name="Shape 1"/>
          <p:cNvSpPr/>
          <p:nvPr/>
        </p:nvSpPr>
        <p:spPr>
          <a:xfrm>
            <a:off x="1905000" y="2571750"/>
            <a:ext cx="3048000" cy="10973"/>
          </a:xfrm>
          <a:prstGeom prst="rect">
            <a:avLst/>
          </a:prstGeom>
          <a:solidFill>
            <a:srgbClr val="E2BB6C"/>
          </a:solidFill>
          <a:ln w="12700">
            <a:solidFill>
              <a:srgbClr val="E2BB6C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254000" y="28067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4E6D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Tasses avec humour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34417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E9C47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 café, mais avec le sourire</a:t>
            </a:r>
            <a:endParaRPr lang="en-US" sz="2300" dirty="0"/>
          </a:p>
        </p:txBody>
      </p:sp>
      <p:pic>
        <p:nvPicPr>
          <p:cNvPr id="8" name="Image 2" descr="/home/user/geniy/instagram/canva/images/tasse-humour-pas-de-caf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50" y="3975100"/>
            <a:ext cx="1473200" cy="14224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36550" y="52959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Pas de café…</a:t>
            </a:r>
            <a:endParaRPr lang="en-US" sz="1600" dirty="0"/>
          </a:p>
        </p:txBody>
      </p:sp>
      <p:pic>
        <p:nvPicPr>
          <p:cNvPr id="10" name="Image 3" descr="/home/user/geniy/instagram/canva/images/tasse-humour-mode-av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2400" y="3975100"/>
            <a:ext cx="1473200" cy="14224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2413000" y="52959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Mode avion</a:t>
            </a:r>
            <a:endParaRPr lang="en-US" sz="1600" dirty="0"/>
          </a:p>
        </p:txBody>
      </p:sp>
      <p:pic>
        <p:nvPicPr>
          <p:cNvPr id="12" name="Image 4" descr="/home/user/geniy/instagram/canva/images/tasse-humour-lund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8850" y="3975100"/>
            <a:ext cx="1473200" cy="14224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4489450" y="52959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Lundi ?</a:t>
            </a:r>
            <a:endParaRPr lang="en-US" sz="1600" dirty="0"/>
          </a:p>
        </p:txBody>
      </p:sp>
      <p:pic>
        <p:nvPicPr>
          <p:cNvPr id="14" name="Image 5" descr="/home/user/geniy/instagram/canva/images/tasse-humour-j-peux-pa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950" y="5562600"/>
            <a:ext cx="1473200" cy="142240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336550" y="68834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J’peux pas</a:t>
            </a:r>
            <a:endParaRPr lang="en-US" sz="1600" dirty="0"/>
          </a:p>
        </p:txBody>
      </p:sp>
      <p:pic>
        <p:nvPicPr>
          <p:cNvPr id="16" name="Image 6" descr="/home/user/geniy/instagram/canva/images/tasse-humour-bos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2400" y="5562600"/>
            <a:ext cx="1473200" cy="142240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2413000" y="68834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Boss</a:t>
            </a:r>
            <a:endParaRPr lang="en-US" sz="1600" dirty="0"/>
          </a:p>
        </p:txBody>
      </p:sp>
      <p:pic>
        <p:nvPicPr>
          <p:cNvPr id="18" name="Image 7" descr="/home/user/geniy/instagram/canva/images/tasse-humour-parisi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8850" y="5562600"/>
            <a:ext cx="1473200" cy="142240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4489450" y="68834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Parisien</a:t>
            </a:r>
            <a:endParaRPr lang="en-US" sz="1600" dirty="0"/>
          </a:p>
        </p:txBody>
      </p:sp>
      <p:pic>
        <p:nvPicPr>
          <p:cNvPr id="20" name="Image 8" descr="/home/user/geniy/instagram/canva/images/tasse-humour-ne-pas-de-rang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950" y="7150100"/>
            <a:ext cx="1473200" cy="1422400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336550" y="84709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Ne pas déranger</a:t>
            </a:r>
            <a:endParaRPr lang="en-US" sz="1600" dirty="0"/>
          </a:p>
        </p:txBody>
      </p:sp>
      <p:pic>
        <p:nvPicPr>
          <p:cNvPr id="22" name="Image 9" descr="/home/user/geniy/instagram/canva/images/tasse-humour-cafe-d-abor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2400" y="7150100"/>
            <a:ext cx="1473200" cy="1422400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2413000" y="84709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Café d’abord</a:t>
            </a:r>
            <a:endParaRPr lang="en-US" sz="1600" dirty="0"/>
          </a:p>
        </p:txBody>
      </p:sp>
      <p:pic>
        <p:nvPicPr>
          <p:cNvPr id="24" name="Image 10" descr="/home/user/geniy/instagram/canva/images/tasse-humour-fragil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8850" y="7150100"/>
            <a:ext cx="1473200" cy="1422400"/>
          </a:xfrm>
          <a:prstGeom prst="rect">
            <a:avLst/>
          </a:prstGeom>
        </p:spPr>
      </p:pic>
      <p:sp>
        <p:nvSpPr>
          <p:cNvPr id="25" name="Text 12"/>
          <p:cNvSpPr txBox="1"/>
          <p:nvPr/>
        </p:nvSpPr>
        <p:spPr>
          <a:xfrm>
            <a:off x="4489450" y="84709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EFD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Fragile</a:t>
            </a:r>
            <a:endParaRPr lang="en-US" sz="1600" dirty="0"/>
          </a:p>
        </p:txBody>
      </p:sp>
      <p:sp>
        <p:nvSpPr>
          <p:cNvPr id="26" name="Shape 13"/>
          <p:cNvSpPr/>
          <p:nvPr/>
        </p:nvSpPr>
        <p:spPr>
          <a:xfrm>
            <a:off x="2095500" y="9385300"/>
            <a:ext cx="2667000" cy="10973"/>
          </a:xfrm>
          <a:prstGeom prst="rect">
            <a:avLst/>
          </a:prstGeom>
          <a:solidFill>
            <a:srgbClr val="E2BB6C"/>
          </a:solidFill>
          <a:ln w="12700">
            <a:solidFill>
              <a:srgbClr val="E2BB6C"/>
            </a:solidFill>
            <a:prstDash val="solid"/>
          </a:ln>
        </p:spPr>
      </p:sp>
      <p:sp>
        <p:nvSpPr>
          <p:cNvPr id="27" name="Text 14"/>
          <p:cNvSpPr txBox="1"/>
          <p:nvPr/>
        </p:nvSpPr>
        <p:spPr>
          <a:xfrm>
            <a:off x="381000" y="9525000"/>
            <a:ext cx="609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9C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VOTRE PHRASE ? ON LA CRÉE POUR VOUS</a:t>
            </a:r>
            <a:endParaRPr lang="en-US" sz="1100" dirty="0"/>
          </a:p>
        </p:txBody>
      </p:sp>
      <p:sp>
        <p:nvSpPr>
          <p:cNvPr id="28" name="Text 15"/>
          <p:cNvSpPr txBox="1"/>
          <p:nvPr/>
        </p:nvSpPr>
        <p:spPr>
          <a:xfrm>
            <a:off x="1524000" y="97917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4E6D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@maison.volodymyr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eniy/instagram/canva/images/fo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  <p:pic>
        <p:nvPicPr>
          <p:cNvPr id="3" name="Image 1" descr="/home/user/geniy/instagram/canva/images/monogram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0" y="1104900"/>
            <a:ext cx="1016000" cy="1016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89000" y="2184400"/>
            <a:ext cx="508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rgbClr val="ECDCC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MAISON VOLODYMYR</a:t>
            </a:r>
            <a:endParaRPr lang="en-US" sz="1800" dirty="0"/>
          </a:p>
        </p:txBody>
      </p:sp>
      <p:sp>
        <p:nvSpPr>
          <p:cNvPr id="5" name="Shape 1"/>
          <p:cNvSpPr/>
          <p:nvPr/>
        </p:nvSpPr>
        <p:spPr>
          <a:xfrm>
            <a:off x="1905000" y="2571750"/>
            <a:ext cx="3048000" cy="10973"/>
          </a:xfrm>
          <a:prstGeom prst="rect">
            <a:avLst/>
          </a:prstGeom>
          <a:solidFill>
            <a:srgbClr val="E2BB6C"/>
          </a:solidFill>
          <a:ln w="12700">
            <a:solidFill>
              <a:srgbClr val="E2BB6C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254000" y="28067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4E6D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Tasse Sunset Drive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34417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E9C47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L’esprit road trip au coucher du soleil</a:t>
            </a:r>
            <a:endParaRPr lang="en-US" sz="2300" dirty="0"/>
          </a:p>
        </p:txBody>
      </p:sp>
      <p:pic>
        <p:nvPicPr>
          <p:cNvPr id="8" name="Image 2" descr="/home/user/geniy/instagram/canva/images/sunset-drive-bandea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4064000"/>
            <a:ext cx="5588000" cy="1905000"/>
          </a:xfrm>
          <a:prstGeom prst="rect">
            <a:avLst/>
          </a:prstGeom>
        </p:spPr>
      </p:pic>
      <p:pic>
        <p:nvPicPr>
          <p:cNvPr id="9" name="Image 3" descr="/home/user/geniy/instagram/canva/images/tasse-sunset-drive-gran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00" y="6146800"/>
            <a:ext cx="2794000" cy="268605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2095500" y="9385300"/>
            <a:ext cx="2667000" cy="10973"/>
          </a:xfrm>
          <a:prstGeom prst="rect">
            <a:avLst/>
          </a:prstGeom>
          <a:solidFill>
            <a:srgbClr val="E2BB6C"/>
          </a:solidFill>
          <a:ln w="12700">
            <a:solidFill>
              <a:srgbClr val="E2BB6C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381000" y="9525000"/>
            <a:ext cx="609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9CF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VOTRE PSEUDO OU VOTRE PHOTO  ✦  FAIT MAIN À PARIS</a:t>
            </a:r>
            <a:endParaRPr lang="en-US" sz="1100" dirty="0"/>
          </a:p>
        </p:txBody>
      </p:sp>
      <p:sp>
        <p:nvSpPr>
          <p:cNvPr id="12" name="Text 6"/>
          <p:cNvSpPr txBox="1"/>
          <p:nvPr/>
        </p:nvSpPr>
        <p:spPr>
          <a:xfrm>
            <a:off x="1524000" y="97917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4E6D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@maison.volodymyr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eniy/instagram/canva/images/story-comment-command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eniy/instagram/canva/images/story-nos-tarif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eniy/instagram/canva/images/story-coffrets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eniy/instagram/canva/images/story-coffrets-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21916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Maison Volodymyr – stories</dc:title>
  <dc:subject>PptxGenJS Presentation</dc:subject>
  <dc:creator>PptxGenJS</dc:creator>
  <cp:lastModifiedBy>PptxGenJS</cp:lastModifiedBy>
  <cp:revision>1</cp:revision>
  <dcterms:created xsi:type="dcterms:W3CDTF">2026-10-16T19:26:22Z</dcterms:created>
  <dcterms:modified xsi:type="dcterms:W3CDTF">2026-10-16T19:26:22Z</dcterms:modified>
</cp:coreProperties>
</file>