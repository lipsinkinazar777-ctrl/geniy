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Remplacez une tasse : clic sur l’image &gt; Remplacer. Les textes se modifient directement.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Remplacez une tasse : clic sur l’image &gt; Remplacer. Les textes se modifient directement.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Remplacez une tasse : clic sur l’image &gt; Remplacer. Les textes se modifient directement.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prête (non modifiable). Les textes se changent dans le studio / sur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prête (non modifiable). Les textes se changent dans le studio / sur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prête (non modifiable). Les textes se changent dans le studio / sur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prête (non modifiable). Les textes se changent dans le studio / sur demande.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1049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1844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5717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28067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Tasses gaming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4417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Pour les joueurs de la famille</a:t>
            </a:r>
            <a:endParaRPr lang="en-US" sz="2300" dirty="0"/>
          </a:p>
        </p:txBody>
      </p:sp>
      <p:pic>
        <p:nvPicPr>
          <p:cNvPr id="7" name="Tasse Sunset Drive" descr="/home/user/geniy/instagram/canva/images/tasse-gaming-sunset-dri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" y="3975100"/>
            <a:ext cx="1473200" cy="1422400"/>
          </a:xfrm>
          <a:prstGeom prst="rect">
            <a:avLst/>
          </a:prstGeom>
        </p:spPr>
      </p:pic>
      <p:sp>
        <p:nvSpPr>
          <p:cNvPr id="8" name="Légende Sunset Drive"/>
          <p:cNvSpPr txBox="1"/>
          <p:nvPr/>
        </p:nvSpPr>
        <p:spPr>
          <a:xfrm>
            <a:off x="33655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Sunset Drive</a:t>
            </a:r>
            <a:endParaRPr lang="en-US" sz="1600" dirty="0"/>
          </a:p>
        </p:txBody>
      </p:sp>
      <p:pic>
        <p:nvPicPr>
          <p:cNvPr id="9" name="Tasse Top 1" descr="/home/user/geniy/instagram/canva/images/tasse-gaming-top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2400" y="3975100"/>
            <a:ext cx="1473200" cy="1422400"/>
          </a:xfrm>
          <a:prstGeom prst="rect">
            <a:avLst/>
          </a:prstGeom>
        </p:spPr>
      </p:pic>
      <p:sp>
        <p:nvSpPr>
          <p:cNvPr id="10" name="Légende Top 1"/>
          <p:cNvSpPr txBox="1"/>
          <p:nvPr/>
        </p:nvSpPr>
        <p:spPr>
          <a:xfrm>
            <a:off x="241300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Top 1</a:t>
            </a:r>
            <a:endParaRPr lang="en-US" sz="1600" dirty="0"/>
          </a:p>
        </p:txBody>
      </p:sp>
      <p:pic>
        <p:nvPicPr>
          <p:cNvPr id="11" name="Tasse Block World" descr="/home/user/geniy/instagram/canva/images/tasse-gaming-block-wor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850" y="3975100"/>
            <a:ext cx="1473200" cy="1422400"/>
          </a:xfrm>
          <a:prstGeom prst="rect">
            <a:avLst/>
          </a:prstGeom>
        </p:spPr>
      </p:pic>
      <p:sp>
        <p:nvSpPr>
          <p:cNvPr id="12" name="Légende Block World"/>
          <p:cNvSpPr txBox="1"/>
          <p:nvPr/>
        </p:nvSpPr>
        <p:spPr>
          <a:xfrm>
            <a:off x="448945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Block World</a:t>
            </a:r>
            <a:endParaRPr lang="en-US" sz="1600" dirty="0"/>
          </a:p>
        </p:txBody>
      </p:sp>
      <p:pic>
        <p:nvPicPr>
          <p:cNvPr id="13" name="Tasse Mon avatar" descr="/home/user/geniy/instagram/canva/images/tasse-gaming-mon-avat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50" y="5562600"/>
            <a:ext cx="1473200" cy="1422400"/>
          </a:xfrm>
          <a:prstGeom prst="rect">
            <a:avLst/>
          </a:prstGeom>
        </p:spPr>
      </p:pic>
      <p:sp>
        <p:nvSpPr>
          <p:cNvPr id="14" name="Légende Mon avatar"/>
          <p:cNvSpPr txBox="1"/>
          <p:nvPr/>
        </p:nvSpPr>
        <p:spPr>
          <a:xfrm>
            <a:off x="33655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Mon avatar</a:t>
            </a:r>
            <a:endParaRPr lang="en-US" sz="1600" dirty="0"/>
          </a:p>
        </p:txBody>
      </p:sp>
      <p:pic>
        <p:nvPicPr>
          <p:cNvPr id="15" name="Tasse Gamer mode" descr="/home/user/geniy/instagram/canva/images/tasse-gaming-gamer-mo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400" y="5562600"/>
            <a:ext cx="1473200" cy="1422400"/>
          </a:xfrm>
          <a:prstGeom prst="rect">
            <a:avLst/>
          </a:prstGeom>
        </p:spPr>
      </p:pic>
      <p:sp>
        <p:nvSpPr>
          <p:cNvPr id="16" name="Légende Gamer mode"/>
          <p:cNvSpPr txBox="1"/>
          <p:nvPr/>
        </p:nvSpPr>
        <p:spPr>
          <a:xfrm>
            <a:off x="241300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Gamer mode</a:t>
            </a:r>
            <a:endParaRPr lang="en-US" sz="1600" dirty="0"/>
          </a:p>
        </p:txBody>
      </p:sp>
      <p:pic>
        <p:nvPicPr>
          <p:cNvPr id="17" name="Tasse Level up" descr="/home/user/geniy/instagram/canva/images/tasse-gaming-level-u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8850" y="5562600"/>
            <a:ext cx="1473200" cy="1422400"/>
          </a:xfrm>
          <a:prstGeom prst="rect">
            <a:avLst/>
          </a:prstGeom>
        </p:spPr>
      </p:pic>
      <p:sp>
        <p:nvSpPr>
          <p:cNvPr id="18" name="Légende Level up"/>
          <p:cNvSpPr txBox="1"/>
          <p:nvPr/>
        </p:nvSpPr>
        <p:spPr>
          <a:xfrm>
            <a:off x="448945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Level up</a:t>
            </a:r>
            <a:endParaRPr lang="en-US" sz="1600" dirty="0"/>
          </a:p>
        </p:txBody>
      </p:sp>
      <p:pic>
        <p:nvPicPr>
          <p:cNvPr id="19" name="Tasse GG" descr="/home/user/geniy/instagram/canva/images/tasse-gaming-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950" y="7150100"/>
            <a:ext cx="1473200" cy="1422400"/>
          </a:xfrm>
          <a:prstGeom prst="rect">
            <a:avLst/>
          </a:prstGeom>
        </p:spPr>
      </p:pic>
      <p:sp>
        <p:nvSpPr>
          <p:cNvPr id="20" name="Légende GG"/>
          <p:cNvSpPr txBox="1"/>
          <p:nvPr/>
        </p:nvSpPr>
        <p:spPr>
          <a:xfrm>
            <a:off x="33655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GG</a:t>
            </a:r>
            <a:endParaRPr lang="en-US" sz="1600" dirty="0"/>
          </a:p>
        </p:txBody>
      </p:sp>
      <p:pic>
        <p:nvPicPr>
          <p:cNvPr id="21" name="Tasse Pause café" descr="/home/user/geniy/instagram/canva/images/tasse-gaming-pause-caf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2400" y="7150100"/>
            <a:ext cx="1473200" cy="1422400"/>
          </a:xfrm>
          <a:prstGeom prst="rect">
            <a:avLst/>
          </a:prstGeom>
        </p:spPr>
      </p:pic>
      <p:sp>
        <p:nvSpPr>
          <p:cNvPr id="22" name="Légende Pause café"/>
          <p:cNvSpPr txBox="1"/>
          <p:nvPr/>
        </p:nvSpPr>
        <p:spPr>
          <a:xfrm>
            <a:off x="241300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Pause café</a:t>
            </a:r>
            <a:endParaRPr lang="en-US" sz="1600" dirty="0"/>
          </a:p>
        </p:txBody>
      </p:sp>
      <p:pic>
        <p:nvPicPr>
          <p:cNvPr id="23" name="Tasse Respawn" descr="/home/user/geniy/instagram/canva/images/tasse-gaming-respaw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8850" y="7150100"/>
            <a:ext cx="1473200" cy="1422400"/>
          </a:xfrm>
          <a:prstGeom prst="rect">
            <a:avLst/>
          </a:prstGeom>
        </p:spPr>
      </p:pic>
      <p:sp>
        <p:nvSpPr>
          <p:cNvPr id="24" name="Légende Respawn"/>
          <p:cNvSpPr txBox="1"/>
          <p:nvPr/>
        </p:nvSpPr>
        <p:spPr>
          <a:xfrm>
            <a:off x="448945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Respawn</a:t>
            </a:r>
            <a:endParaRPr lang="en-US" sz="1600" dirty="0"/>
          </a:p>
        </p:txBody>
      </p:sp>
      <p:sp>
        <p:nvSpPr>
          <p:cNvPr id="25" name="Ligne or bas"/>
          <p:cNvSpPr/>
          <p:nvPr/>
        </p:nvSpPr>
        <p:spPr>
          <a:xfrm>
            <a:off x="2095500" y="93853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26" name="Pied 1"/>
          <p:cNvSpPr txBox="1"/>
          <p:nvPr/>
        </p:nvSpPr>
        <p:spPr>
          <a:xfrm>
            <a:off x="381000" y="9525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PSEUDO ? ON LE MET SUR LA TASSE</a:t>
            </a:r>
            <a:endParaRPr lang="en-US" sz="1100" dirty="0"/>
          </a:p>
        </p:txBody>
      </p:sp>
      <p:sp>
        <p:nvSpPr>
          <p:cNvPr id="27" name="Pied 2"/>
          <p:cNvSpPr txBox="1"/>
          <p:nvPr/>
        </p:nvSpPr>
        <p:spPr>
          <a:xfrm>
            <a:off x="1524000" y="9791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1049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1844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5717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28067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Tasses pour vos proches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4417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Un mot doux pour chaque jour</a:t>
            </a:r>
            <a:endParaRPr lang="en-US" sz="2300" dirty="0"/>
          </a:p>
        </p:txBody>
      </p:sp>
      <p:pic>
        <p:nvPicPr>
          <p:cNvPr id="7" name="Tasse Meilleure maman" descr="/home/user/geniy/instagram/canva/images/tasse-proches-meilleure-mam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" y="3975100"/>
            <a:ext cx="1473200" cy="1422400"/>
          </a:xfrm>
          <a:prstGeom prst="rect">
            <a:avLst/>
          </a:prstGeom>
        </p:spPr>
      </p:pic>
      <p:sp>
        <p:nvSpPr>
          <p:cNvPr id="8" name="Légende Meilleure maman"/>
          <p:cNvSpPr txBox="1"/>
          <p:nvPr/>
        </p:nvSpPr>
        <p:spPr>
          <a:xfrm>
            <a:off x="33655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Meilleure maman</a:t>
            </a:r>
            <a:endParaRPr lang="en-US" sz="1600" dirty="0"/>
          </a:p>
        </p:txBody>
      </p:sp>
      <p:pic>
        <p:nvPicPr>
          <p:cNvPr id="9" name="Tasse Merci maman" descr="/home/user/geniy/instagram/canva/images/tasse-proches-merci-mam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2400" y="3975100"/>
            <a:ext cx="1473200" cy="1422400"/>
          </a:xfrm>
          <a:prstGeom prst="rect">
            <a:avLst/>
          </a:prstGeom>
        </p:spPr>
      </p:pic>
      <p:sp>
        <p:nvSpPr>
          <p:cNvPr id="10" name="Légende Merci maman"/>
          <p:cNvSpPr txBox="1"/>
          <p:nvPr/>
        </p:nvSpPr>
        <p:spPr>
          <a:xfrm>
            <a:off x="241300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Merci maman</a:t>
            </a:r>
            <a:endParaRPr lang="en-US" sz="1600" dirty="0"/>
          </a:p>
        </p:txBody>
      </p:sp>
      <p:pic>
        <p:nvPicPr>
          <p:cNvPr id="11" name="Tasse Super papa" descr="/home/user/geniy/instagram/canva/images/tasse-proches-super-pap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850" y="3975100"/>
            <a:ext cx="1473200" cy="1422400"/>
          </a:xfrm>
          <a:prstGeom prst="rect">
            <a:avLst/>
          </a:prstGeom>
        </p:spPr>
      </p:pic>
      <p:sp>
        <p:nvSpPr>
          <p:cNvPr id="12" name="Légende Super papa"/>
          <p:cNvSpPr txBox="1"/>
          <p:nvPr/>
        </p:nvSpPr>
        <p:spPr>
          <a:xfrm>
            <a:off x="448945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Super papa</a:t>
            </a:r>
            <a:endParaRPr lang="en-US" sz="1600" dirty="0"/>
          </a:p>
        </p:txBody>
      </p:sp>
      <p:pic>
        <p:nvPicPr>
          <p:cNvPr id="13" name="Tasse Papa, mon héros" descr="/home/user/geniy/instagram/canva/images/tasse-proches-papa-mon-he-ro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50" y="5562600"/>
            <a:ext cx="1473200" cy="1422400"/>
          </a:xfrm>
          <a:prstGeom prst="rect">
            <a:avLst/>
          </a:prstGeom>
        </p:spPr>
      </p:pic>
      <p:sp>
        <p:nvSpPr>
          <p:cNvPr id="14" name="Légende Papa, mon héros"/>
          <p:cNvSpPr txBox="1"/>
          <p:nvPr/>
        </p:nvSpPr>
        <p:spPr>
          <a:xfrm>
            <a:off x="33655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Papa, mon héros</a:t>
            </a:r>
            <a:endParaRPr lang="en-US" sz="1600" dirty="0"/>
          </a:p>
        </p:txBody>
      </p:sp>
      <p:pic>
        <p:nvPicPr>
          <p:cNvPr id="15" name="Tasse Mamie d’amour" descr="/home/user/geniy/instagram/canva/images/tasse-proches-mamie-d-amou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400" y="5562600"/>
            <a:ext cx="1473200" cy="1422400"/>
          </a:xfrm>
          <a:prstGeom prst="rect">
            <a:avLst/>
          </a:prstGeom>
        </p:spPr>
      </p:pic>
      <p:sp>
        <p:nvSpPr>
          <p:cNvPr id="16" name="Légende Mamie d’amour"/>
          <p:cNvSpPr txBox="1"/>
          <p:nvPr/>
        </p:nvSpPr>
        <p:spPr>
          <a:xfrm>
            <a:off x="241300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Mamie d’amour</a:t>
            </a:r>
            <a:endParaRPr lang="en-US" sz="1600" dirty="0"/>
          </a:p>
        </p:txBody>
      </p:sp>
      <p:pic>
        <p:nvPicPr>
          <p:cNvPr id="17" name="Tasse Papi en or" descr="/home/user/geniy/instagram/canva/images/tasse-proches-papi-en-o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8850" y="5562600"/>
            <a:ext cx="1473200" cy="1422400"/>
          </a:xfrm>
          <a:prstGeom prst="rect">
            <a:avLst/>
          </a:prstGeom>
        </p:spPr>
      </p:pic>
      <p:sp>
        <p:nvSpPr>
          <p:cNvPr id="18" name="Légende Papi en or"/>
          <p:cNvSpPr txBox="1"/>
          <p:nvPr/>
        </p:nvSpPr>
        <p:spPr>
          <a:xfrm>
            <a:off x="448945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Papi en or</a:t>
            </a:r>
            <a:endParaRPr lang="en-US" sz="1600" dirty="0"/>
          </a:p>
        </p:txBody>
      </p:sp>
      <p:pic>
        <p:nvPicPr>
          <p:cNvPr id="19" name="Tasse Ma sœur" descr="/home/user/geniy/instagram/canva/images/tasse-proches-ma-s-u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950" y="7150100"/>
            <a:ext cx="1473200" cy="1422400"/>
          </a:xfrm>
          <a:prstGeom prst="rect">
            <a:avLst/>
          </a:prstGeom>
        </p:spPr>
      </p:pic>
      <p:sp>
        <p:nvSpPr>
          <p:cNvPr id="20" name="Légende Ma sœur"/>
          <p:cNvSpPr txBox="1"/>
          <p:nvPr/>
        </p:nvSpPr>
        <p:spPr>
          <a:xfrm>
            <a:off x="33655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 sœur</a:t>
            </a:r>
            <a:endParaRPr lang="en-US" sz="1600" dirty="0"/>
          </a:p>
        </p:txBody>
      </p:sp>
      <p:pic>
        <p:nvPicPr>
          <p:cNvPr id="21" name="Tasse Toi &amp; moi" descr="/home/user/geniy/instagram/canva/images/tasse-proches-toi-mo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2400" y="7150100"/>
            <a:ext cx="1473200" cy="1422400"/>
          </a:xfrm>
          <a:prstGeom prst="rect">
            <a:avLst/>
          </a:prstGeom>
        </p:spPr>
      </p:pic>
      <p:sp>
        <p:nvSpPr>
          <p:cNvPr id="22" name="Légende Toi &amp;amp; moi"/>
          <p:cNvSpPr txBox="1"/>
          <p:nvPr/>
        </p:nvSpPr>
        <p:spPr>
          <a:xfrm>
            <a:off x="241300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Toi &amp; moi</a:t>
            </a:r>
            <a:endParaRPr lang="en-US" sz="1600" dirty="0"/>
          </a:p>
        </p:txBody>
      </p:sp>
      <p:pic>
        <p:nvPicPr>
          <p:cNvPr id="23" name="Tasse Votre photo" descr="/home/user/geniy/instagram/canva/images/tasse-proches-votre-phot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8850" y="7150100"/>
            <a:ext cx="1473200" cy="1422400"/>
          </a:xfrm>
          <a:prstGeom prst="rect">
            <a:avLst/>
          </a:prstGeom>
        </p:spPr>
      </p:pic>
      <p:sp>
        <p:nvSpPr>
          <p:cNvPr id="24" name="Légende Votre photo"/>
          <p:cNvSpPr txBox="1"/>
          <p:nvPr/>
        </p:nvSpPr>
        <p:spPr>
          <a:xfrm>
            <a:off x="448945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Votre photo</a:t>
            </a:r>
            <a:endParaRPr lang="en-US" sz="1600" dirty="0"/>
          </a:p>
        </p:txBody>
      </p:sp>
      <p:sp>
        <p:nvSpPr>
          <p:cNvPr id="25" name="Ligne or bas"/>
          <p:cNvSpPr/>
          <p:nvPr/>
        </p:nvSpPr>
        <p:spPr>
          <a:xfrm>
            <a:off x="2095500" y="93853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26" name="Pied 1"/>
          <p:cNvSpPr txBox="1"/>
          <p:nvPr/>
        </p:nvSpPr>
        <p:spPr>
          <a:xfrm>
            <a:off x="381000" y="9525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IDÉE ? ON LA CRÉE POUR VOUS</a:t>
            </a:r>
            <a:endParaRPr lang="en-US" sz="1100" dirty="0"/>
          </a:p>
        </p:txBody>
      </p:sp>
      <p:sp>
        <p:nvSpPr>
          <p:cNvPr id="27" name="Pied 2"/>
          <p:cNvSpPr txBox="1"/>
          <p:nvPr/>
        </p:nvSpPr>
        <p:spPr>
          <a:xfrm>
            <a:off x="1524000" y="9791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1049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1844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5717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28067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Tasses avec humour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4417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 café, mais avec le sourire</a:t>
            </a:r>
            <a:endParaRPr lang="en-US" sz="2300" dirty="0"/>
          </a:p>
        </p:txBody>
      </p:sp>
      <p:pic>
        <p:nvPicPr>
          <p:cNvPr id="7" name="Tasse Pas de café…" descr="/home/user/geniy/instagram/canva/images/tasse-humour-pas-de-caf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50" y="3975100"/>
            <a:ext cx="1473200" cy="1422400"/>
          </a:xfrm>
          <a:prstGeom prst="rect">
            <a:avLst/>
          </a:prstGeom>
        </p:spPr>
      </p:pic>
      <p:sp>
        <p:nvSpPr>
          <p:cNvPr id="8" name="Légende Pas de café…"/>
          <p:cNvSpPr txBox="1"/>
          <p:nvPr/>
        </p:nvSpPr>
        <p:spPr>
          <a:xfrm>
            <a:off x="33655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Pas de café…</a:t>
            </a:r>
            <a:endParaRPr lang="en-US" sz="1600" dirty="0"/>
          </a:p>
        </p:txBody>
      </p:sp>
      <p:pic>
        <p:nvPicPr>
          <p:cNvPr id="9" name="Tasse Mode avion" descr="/home/user/geniy/instagram/canva/images/tasse-humour-mode-av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2400" y="3975100"/>
            <a:ext cx="1473200" cy="1422400"/>
          </a:xfrm>
          <a:prstGeom prst="rect">
            <a:avLst/>
          </a:prstGeom>
        </p:spPr>
      </p:pic>
      <p:sp>
        <p:nvSpPr>
          <p:cNvPr id="10" name="Légende Mode avion"/>
          <p:cNvSpPr txBox="1"/>
          <p:nvPr/>
        </p:nvSpPr>
        <p:spPr>
          <a:xfrm>
            <a:off x="241300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Mode avion</a:t>
            </a:r>
            <a:endParaRPr lang="en-US" sz="1600" dirty="0"/>
          </a:p>
        </p:txBody>
      </p:sp>
      <p:pic>
        <p:nvPicPr>
          <p:cNvPr id="11" name="Tasse Lundi ?" descr="/home/user/geniy/instagram/canva/images/tasse-humour-lund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850" y="3975100"/>
            <a:ext cx="1473200" cy="1422400"/>
          </a:xfrm>
          <a:prstGeom prst="rect">
            <a:avLst/>
          </a:prstGeom>
        </p:spPr>
      </p:pic>
      <p:sp>
        <p:nvSpPr>
          <p:cNvPr id="12" name="Légende Lundi ?"/>
          <p:cNvSpPr txBox="1"/>
          <p:nvPr/>
        </p:nvSpPr>
        <p:spPr>
          <a:xfrm>
            <a:off x="4489450" y="5295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Lundi ?</a:t>
            </a:r>
            <a:endParaRPr lang="en-US" sz="1600" dirty="0"/>
          </a:p>
        </p:txBody>
      </p:sp>
      <p:pic>
        <p:nvPicPr>
          <p:cNvPr id="13" name="Tasse J’peux pas" descr="/home/user/geniy/instagram/canva/images/tasse-humour-j-peux-pa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50" y="5562600"/>
            <a:ext cx="1473200" cy="1422400"/>
          </a:xfrm>
          <a:prstGeom prst="rect">
            <a:avLst/>
          </a:prstGeom>
        </p:spPr>
      </p:pic>
      <p:sp>
        <p:nvSpPr>
          <p:cNvPr id="14" name="Légende J’peux pas"/>
          <p:cNvSpPr txBox="1"/>
          <p:nvPr/>
        </p:nvSpPr>
        <p:spPr>
          <a:xfrm>
            <a:off x="33655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J’peux pas</a:t>
            </a:r>
            <a:endParaRPr lang="en-US" sz="1600" dirty="0"/>
          </a:p>
        </p:txBody>
      </p:sp>
      <p:pic>
        <p:nvPicPr>
          <p:cNvPr id="15" name="Tasse Boss" descr="/home/user/geniy/instagram/canva/images/tasse-humour-bos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2400" y="5562600"/>
            <a:ext cx="1473200" cy="1422400"/>
          </a:xfrm>
          <a:prstGeom prst="rect">
            <a:avLst/>
          </a:prstGeom>
        </p:spPr>
      </p:pic>
      <p:sp>
        <p:nvSpPr>
          <p:cNvPr id="16" name="Légende Boss"/>
          <p:cNvSpPr txBox="1"/>
          <p:nvPr/>
        </p:nvSpPr>
        <p:spPr>
          <a:xfrm>
            <a:off x="241300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Boss</a:t>
            </a:r>
            <a:endParaRPr lang="en-US" sz="1600" dirty="0"/>
          </a:p>
        </p:txBody>
      </p:sp>
      <p:pic>
        <p:nvPicPr>
          <p:cNvPr id="17" name="Tasse Parisien" descr="/home/user/geniy/instagram/canva/images/tasse-humour-parisie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8850" y="5562600"/>
            <a:ext cx="1473200" cy="1422400"/>
          </a:xfrm>
          <a:prstGeom prst="rect">
            <a:avLst/>
          </a:prstGeom>
        </p:spPr>
      </p:pic>
      <p:sp>
        <p:nvSpPr>
          <p:cNvPr id="18" name="Légende Parisien"/>
          <p:cNvSpPr txBox="1"/>
          <p:nvPr/>
        </p:nvSpPr>
        <p:spPr>
          <a:xfrm>
            <a:off x="4489450" y="68834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Parisien</a:t>
            </a:r>
            <a:endParaRPr lang="en-US" sz="1600" dirty="0"/>
          </a:p>
        </p:txBody>
      </p:sp>
      <p:pic>
        <p:nvPicPr>
          <p:cNvPr id="19" name="Tasse Ne pas déranger" descr="/home/user/geniy/instagram/canva/images/tasse-humour-ne-pas-de-rang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950" y="7150100"/>
            <a:ext cx="1473200" cy="1422400"/>
          </a:xfrm>
          <a:prstGeom prst="rect">
            <a:avLst/>
          </a:prstGeom>
        </p:spPr>
      </p:pic>
      <p:sp>
        <p:nvSpPr>
          <p:cNvPr id="20" name="Légende Ne pas déranger"/>
          <p:cNvSpPr txBox="1"/>
          <p:nvPr/>
        </p:nvSpPr>
        <p:spPr>
          <a:xfrm>
            <a:off x="33655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 pas déranger</a:t>
            </a:r>
            <a:endParaRPr lang="en-US" sz="1600" dirty="0"/>
          </a:p>
        </p:txBody>
      </p:sp>
      <p:pic>
        <p:nvPicPr>
          <p:cNvPr id="21" name="Tasse Café d’abord" descr="/home/user/geniy/instagram/canva/images/tasse-humour-cafe-d-abor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2400" y="7150100"/>
            <a:ext cx="1473200" cy="1422400"/>
          </a:xfrm>
          <a:prstGeom prst="rect">
            <a:avLst/>
          </a:prstGeom>
        </p:spPr>
      </p:pic>
      <p:sp>
        <p:nvSpPr>
          <p:cNvPr id="22" name="Légende Café d’abord"/>
          <p:cNvSpPr txBox="1"/>
          <p:nvPr/>
        </p:nvSpPr>
        <p:spPr>
          <a:xfrm>
            <a:off x="241300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Café d’abord</a:t>
            </a:r>
            <a:endParaRPr lang="en-US" sz="1600" dirty="0"/>
          </a:p>
        </p:txBody>
      </p:sp>
      <p:pic>
        <p:nvPicPr>
          <p:cNvPr id="23" name="Tasse Fragile" descr="/home/user/geniy/instagram/canva/images/tasse-humour-frag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8850" y="7150100"/>
            <a:ext cx="1473200" cy="1422400"/>
          </a:xfrm>
          <a:prstGeom prst="rect">
            <a:avLst/>
          </a:prstGeom>
        </p:spPr>
      </p:pic>
      <p:sp>
        <p:nvSpPr>
          <p:cNvPr id="24" name="Légende Fragile"/>
          <p:cNvSpPr txBox="1"/>
          <p:nvPr/>
        </p:nvSpPr>
        <p:spPr>
          <a:xfrm>
            <a:off x="4489450" y="8470900"/>
            <a:ext cx="2032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EFD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Fragile</a:t>
            </a:r>
            <a:endParaRPr lang="en-US" sz="1600" dirty="0"/>
          </a:p>
        </p:txBody>
      </p:sp>
      <p:sp>
        <p:nvSpPr>
          <p:cNvPr id="25" name="Ligne or bas"/>
          <p:cNvSpPr/>
          <p:nvPr/>
        </p:nvSpPr>
        <p:spPr>
          <a:xfrm>
            <a:off x="2095500" y="93853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26" name="Pied 1"/>
          <p:cNvSpPr txBox="1"/>
          <p:nvPr/>
        </p:nvSpPr>
        <p:spPr>
          <a:xfrm>
            <a:off x="381000" y="9525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PHRASE ? ON LA CRÉE POUR VOUS</a:t>
            </a:r>
            <a:endParaRPr lang="en-US" sz="1100" dirty="0"/>
          </a:p>
        </p:txBody>
      </p:sp>
      <p:sp>
        <p:nvSpPr>
          <p:cNvPr id="27" name="Pied 2"/>
          <p:cNvSpPr txBox="1"/>
          <p:nvPr/>
        </p:nvSpPr>
        <p:spPr>
          <a:xfrm>
            <a:off x="1524000" y="9791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onogramme MV" descr="/home/user/geniy/instagram/canva/images/monogram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104900"/>
            <a:ext cx="1016000" cy="1016000"/>
          </a:xfrm>
          <a:prstGeom prst="rect">
            <a:avLst/>
          </a:prstGeom>
        </p:spPr>
      </p:pic>
      <p:sp>
        <p:nvSpPr>
          <p:cNvPr id="3" name="Marque"/>
          <p:cNvSpPr txBox="1"/>
          <p:nvPr/>
        </p:nvSpPr>
        <p:spPr>
          <a:xfrm>
            <a:off x="889000" y="2184400"/>
            <a:ext cx="508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spc="600" kern="0" dirty="0">
                <a:solidFill>
                  <a:srgbClr val="ECDCC6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MAISON VOLODYMYR</a:t>
            </a:r>
            <a:endParaRPr lang="en-US" sz="1800" dirty="0"/>
          </a:p>
        </p:txBody>
      </p:sp>
      <p:sp>
        <p:nvSpPr>
          <p:cNvPr id="4" name="Ligne or haut"/>
          <p:cNvSpPr/>
          <p:nvPr/>
        </p:nvSpPr>
        <p:spPr>
          <a:xfrm>
            <a:off x="1905000" y="2571750"/>
            <a:ext cx="3048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5" name="Titre"/>
          <p:cNvSpPr txBox="1"/>
          <p:nvPr/>
        </p:nvSpPr>
        <p:spPr>
          <a:xfrm>
            <a:off x="254000" y="2806700"/>
            <a:ext cx="635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Tasse Sunset Drive</a:t>
            </a:r>
            <a:endParaRPr lang="en-US" sz="3600" dirty="0"/>
          </a:p>
        </p:txBody>
      </p:sp>
      <p:sp>
        <p:nvSpPr>
          <p:cNvPr id="6" name="Sous-titre"/>
          <p:cNvSpPr txBox="1"/>
          <p:nvPr/>
        </p:nvSpPr>
        <p:spPr>
          <a:xfrm>
            <a:off x="571500" y="34417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i="1" dirty="0">
                <a:solidFill>
                  <a:srgbClr val="E9C47E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L’esprit road trip au coucher du soleil</a:t>
            </a:r>
            <a:endParaRPr lang="en-US" sz="2300" dirty="0"/>
          </a:p>
        </p:txBody>
      </p:sp>
      <p:pic>
        <p:nvPicPr>
          <p:cNvPr id="7" name="Bandeau (motif à plat)" descr="/home/user/geniy/instagram/canva/images/sunset-drive-bandea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064000"/>
            <a:ext cx="5588000" cy="1905000"/>
          </a:xfrm>
          <a:prstGeom prst="rect">
            <a:avLst/>
          </a:prstGeom>
        </p:spPr>
      </p:pic>
      <p:pic>
        <p:nvPicPr>
          <p:cNvPr id="8" name="Tasse Sunset Drive" descr="/home/user/geniy/instagram/canva/images/tasse-sunset-drive-gran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2000" y="6146800"/>
            <a:ext cx="2794000" cy="2686050"/>
          </a:xfrm>
          <a:prstGeom prst="rect">
            <a:avLst/>
          </a:prstGeom>
        </p:spPr>
      </p:pic>
      <p:sp>
        <p:nvSpPr>
          <p:cNvPr id="9" name="Ligne or bas"/>
          <p:cNvSpPr/>
          <p:nvPr/>
        </p:nvSpPr>
        <p:spPr>
          <a:xfrm>
            <a:off x="2095500" y="9385300"/>
            <a:ext cx="2667000" cy="0"/>
          </a:xfrm>
          <a:prstGeom prst="line">
            <a:avLst/>
          </a:prstGeom>
          <a:noFill/>
          <a:ln w="9525">
            <a:solidFill>
              <a:srgbClr val="E2BB6C"/>
            </a:solidFill>
            <a:prstDash val="solid"/>
          </a:ln>
        </p:spPr>
      </p:sp>
      <p:sp>
        <p:nvSpPr>
          <p:cNvPr id="10" name="Pied 1"/>
          <p:cNvSpPr txBox="1"/>
          <p:nvPr/>
        </p:nvSpPr>
        <p:spPr>
          <a:xfrm>
            <a:off x="381000" y="9525000"/>
            <a:ext cx="609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E9CF9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VOTRE PSEUDO OU VOTRE PHOTO  ✦  FAIT MAIN À PARIS</a:t>
            </a:r>
            <a:endParaRPr lang="en-US" sz="1100" dirty="0"/>
          </a:p>
        </p:txBody>
      </p:sp>
      <p:sp>
        <p:nvSpPr>
          <p:cNvPr id="11" name="Pied 2"/>
          <p:cNvSpPr txBox="1"/>
          <p:nvPr/>
        </p:nvSpPr>
        <p:spPr>
          <a:xfrm>
            <a:off x="1524000" y="9791700"/>
            <a:ext cx="3810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4E6D3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@maison.volodymyr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mment commander" descr="/home/user/geniy/instagram/stories/comman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Nos tarifs" descr="/home/user/geniy/instagram/stories/tari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ffrets 1" descr="/home/user/geniy/coffrets/story_coffrets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ffrets 2" descr="/home/user/geniy/coffrets/story_coffrets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2191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Maison Volodymyr – stories</dc:title>
  <dc:subject>PptxGenJS Presentation</dc:subject>
  <dc:creator>PptxGenJS</dc:creator>
  <cp:lastModifiedBy>PptxGenJS</cp:lastModifiedBy>
  <cp:revision>1</cp:revision>
  <dcterms:created xsi:type="dcterms:W3CDTF">2026-10-16T00:57:31Z</dcterms:created>
  <dcterms:modified xsi:type="dcterms:W3CDTF">2026-10-16T00:57:31Z</dcterms:modified>
</cp:coreProperties>
</file>